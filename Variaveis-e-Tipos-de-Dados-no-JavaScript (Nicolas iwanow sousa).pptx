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0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slideLayout" Target="../slideLayouts/slideLayout11.xml"/><Relationship Id="rId1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391733"/>
            <a:ext cx="1055322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Variáveis e Tipos de Dados no JavaScript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4547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Seu nome — Turma — Data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75453"/>
            <a:ext cx="698444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que isso é importante?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85822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5F0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974" y="3958471"/>
            <a:ext cx="337899" cy="337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5559" y="394049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JS é 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dinâmico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4436031"/>
            <a:ext cx="334101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tipo muda durante a execução.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55776" y="385822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5F0F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6027" y="3958471"/>
            <a:ext cx="337899" cy="3378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3611" y="3940492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Codebase ruim = bugs difíceis de encontrar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33611" y="4787979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Erros de tipo podem causar comportamentos inesperados.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9673828" y="385822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5F0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4079" y="3958471"/>
            <a:ext cx="337899" cy="3378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51663" y="394049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Variáveis bem usadas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51663" y="4436031"/>
            <a:ext cx="334101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código limpo, seguro e eficiente.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46484"/>
            <a:ext cx="570321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que é uma variável?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2925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 "rótulo" que guarda algum valor na memória.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271248"/>
            <a:ext cx="5973128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Três formas de declarar no JavaScript: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837724" y="5052536"/>
            <a:ext cx="4158734" cy="830580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sp>
        <p:nvSpPr>
          <p:cNvPr id="6" name="Text 4"/>
          <p:cNvSpPr/>
          <p:nvPr/>
        </p:nvSpPr>
        <p:spPr>
          <a:xfrm>
            <a:off x="1077039" y="529185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235773" y="5052536"/>
            <a:ext cx="4158734" cy="830580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sp>
        <p:nvSpPr>
          <p:cNvPr id="8" name="Text 6"/>
          <p:cNvSpPr/>
          <p:nvPr/>
        </p:nvSpPr>
        <p:spPr>
          <a:xfrm>
            <a:off x="5475089" y="529185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33823" y="5052536"/>
            <a:ext cx="4158853" cy="830580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9873139" y="529185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const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02544"/>
            <a:ext cx="830961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Diferenças entre var, let e const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485311"/>
            <a:ext cx="12954952" cy="3155275"/>
          </a:xfrm>
          <a:prstGeom prst="roundRect">
            <a:avLst>
              <a:gd name="adj" fmla="val 113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344" y="2492931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84659" y="2644140"/>
            <a:ext cx="21055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Palavra-chave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3676412" y="2644140"/>
            <a:ext cx="1454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Escopo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617369" y="2644140"/>
            <a:ext cx="1454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Reatribuir?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558326" y="2644140"/>
            <a:ext cx="1454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Redeclarar?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499283" y="2644140"/>
            <a:ext cx="404645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Observações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45344" y="3178373"/>
            <a:ext cx="12939713" cy="6930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84659" y="3329583"/>
            <a:ext cx="21055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3676412" y="3329583"/>
            <a:ext cx="1454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função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617369" y="3329583"/>
            <a:ext cx="1454706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✔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558326" y="3329583"/>
            <a:ext cx="1454706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✔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499283" y="3329583"/>
            <a:ext cx="404645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antigo, não recomendado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45344" y="3871436"/>
            <a:ext cx="12939713" cy="6930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84659" y="4022646"/>
            <a:ext cx="21055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let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3676412" y="4022646"/>
            <a:ext cx="1454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bloco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5617369" y="4022646"/>
            <a:ext cx="1454706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✔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558326" y="4022646"/>
            <a:ext cx="1454706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✖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9499283" y="4022646"/>
            <a:ext cx="404645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mais usada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845344" y="4564499"/>
            <a:ext cx="12939713" cy="10684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84659" y="4715708"/>
            <a:ext cx="21055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3676412" y="4715708"/>
            <a:ext cx="145470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bloco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5617369" y="4715708"/>
            <a:ext cx="1454706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✖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7558326" y="4715708"/>
            <a:ext cx="1454706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✖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9499283" y="4715708"/>
            <a:ext cx="404645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usado para valores constantes ou objetos mutáveis</a:t>
            </a:r>
            <a:endParaRPr lang="en-US" sz="1850" dirty="0"/>
          </a:p>
        </p:txBody>
      </p:sp>
      <p:sp>
        <p:nvSpPr>
          <p:cNvPr id="28" name="Shape 26"/>
          <p:cNvSpPr/>
          <p:nvPr/>
        </p:nvSpPr>
        <p:spPr>
          <a:xfrm>
            <a:off x="837724" y="5909786"/>
            <a:ext cx="12954952" cy="1017151"/>
          </a:xfrm>
          <a:prstGeom prst="roundRect">
            <a:avLst>
              <a:gd name="adj" fmla="val 3530"/>
            </a:avLst>
          </a:prstGeom>
          <a:solidFill>
            <a:srgbClr val="D4E3CF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039" y="6258520"/>
            <a:ext cx="299204" cy="23931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615559" y="6208871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Destaque: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 não impede alterar objetos/arrays, apenas impede reatribuição.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7324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Tipagem Dinâmica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3623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888462"/>
            <a:ext cx="12954952" cy="1507927"/>
          </a:xfrm>
          <a:prstGeom prst="roundRect">
            <a:avLst>
              <a:gd name="adj" fmla="val 2381"/>
            </a:avLst>
          </a:prstGeom>
          <a:solidFill>
            <a:srgbClr val="E8E3E3"/>
          </a:solidFill>
          <a:ln/>
        </p:spPr>
      </p:sp>
      <p:sp>
        <p:nvSpPr>
          <p:cNvPr id="5" name="Shape 3"/>
          <p:cNvSpPr/>
          <p:nvPr/>
        </p:nvSpPr>
        <p:spPr>
          <a:xfrm>
            <a:off x="825818" y="3888462"/>
            <a:ext cx="12978765" cy="1507927"/>
          </a:xfrm>
          <a:prstGeom prst="roundRect">
            <a:avLst>
              <a:gd name="adj" fmla="val 2381"/>
            </a:avLst>
          </a:prstGeom>
          <a:solidFill>
            <a:srgbClr val="E8E3E3"/>
          </a:solidFill>
          <a:ln/>
        </p:spPr>
      </p:sp>
      <p:sp>
        <p:nvSpPr>
          <p:cNvPr id="6" name="Text 4"/>
          <p:cNvSpPr/>
          <p:nvPr/>
        </p:nvSpPr>
        <p:spPr>
          <a:xfrm>
            <a:off x="1065133" y="4067889"/>
            <a:ext cx="125001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E8E3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10; // numberx = "texto"; // stringx = true; // boolean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665589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➡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tipo muda conforme o valor.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9923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Tipos de Dados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801541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Primitivos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346317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string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92989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number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39662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boolean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86334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null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33007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undefined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79679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symbol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626352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bigint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2801541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Referência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614761" y="346317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14761" y="392989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array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14761" y="439662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function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1772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Armadilhas Comuns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000494"/>
            <a:ext cx="4158734" cy="3411260"/>
          </a:xfrm>
          <a:prstGeom prst="roundRect">
            <a:avLst>
              <a:gd name="adj" fmla="val 1053"/>
            </a:avLst>
          </a:prstGeom>
          <a:solidFill>
            <a:srgbClr val="F5F0F0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7519" y="3270290"/>
            <a:ext cx="3619143" cy="71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var ignora escopo de bloco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07519" y="4251008"/>
            <a:ext cx="3619143" cy="1890951"/>
          </a:xfrm>
          <a:prstGeom prst="roundRect">
            <a:avLst>
              <a:gd name="adj" fmla="val 1899"/>
            </a:avLst>
          </a:prstGeom>
          <a:solidFill>
            <a:srgbClr val="E8E3E3"/>
          </a:solidFill>
          <a:ln/>
        </p:spPr>
      </p:sp>
      <p:sp>
        <p:nvSpPr>
          <p:cNvPr id="6" name="Shape 4"/>
          <p:cNvSpPr/>
          <p:nvPr/>
        </p:nvSpPr>
        <p:spPr>
          <a:xfrm>
            <a:off x="1095613" y="4251008"/>
            <a:ext cx="3642955" cy="1890951"/>
          </a:xfrm>
          <a:prstGeom prst="roundRect">
            <a:avLst>
              <a:gd name="adj" fmla="val 1899"/>
            </a:avLst>
          </a:prstGeom>
          <a:solidFill>
            <a:srgbClr val="E8E3E3"/>
          </a:solidFill>
          <a:ln/>
        </p:spPr>
      </p:sp>
      <p:sp>
        <p:nvSpPr>
          <p:cNvPr id="7" name="Text 5"/>
          <p:cNvSpPr/>
          <p:nvPr/>
        </p:nvSpPr>
        <p:spPr>
          <a:xfrm>
            <a:off x="1334929" y="4430435"/>
            <a:ext cx="316432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E8E3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(true) {  var a = 10;}console.log(a); // 10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3000494"/>
            <a:ext cx="4158734" cy="3411260"/>
          </a:xfrm>
          <a:prstGeom prst="roundRect">
            <a:avLst>
              <a:gd name="adj" fmla="val 1053"/>
            </a:avLst>
          </a:prstGeom>
          <a:solidFill>
            <a:srgbClr val="F5F0F0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05569" y="3270290"/>
            <a:ext cx="281618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typeof null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505569" y="3899059"/>
            <a:ext cx="3619143" cy="1124903"/>
          </a:xfrm>
          <a:prstGeom prst="roundRect">
            <a:avLst>
              <a:gd name="adj" fmla="val 3192"/>
            </a:avLst>
          </a:prstGeom>
          <a:solidFill>
            <a:srgbClr val="E8E3E3"/>
          </a:solidFill>
          <a:ln/>
        </p:spPr>
      </p:sp>
      <p:sp>
        <p:nvSpPr>
          <p:cNvPr id="11" name="Shape 9"/>
          <p:cNvSpPr/>
          <p:nvPr/>
        </p:nvSpPr>
        <p:spPr>
          <a:xfrm>
            <a:off x="5493663" y="3899059"/>
            <a:ext cx="3642955" cy="1124903"/>
          </a:xfrm>
          <a:prstGeom prst="roundRect">
            <a:avLst>
              <a:gd name="adj" fmla="val 3192"/>
            </a:avLst>
          </a:prstGeom>
          <a:solidFill>
            <a:srgbClr val="E8E3E3"/>
          </a:solidFill>
          <a:ln/>
        </p:spPr>
      </p:sp>
      <p:sp>
        <p:nvSpPr>
          <p:cNvPr id="12" name="Text 10"/>
          <p:cNvSpPr/>
          <p:nvPr/>
        </p:nvSpPr>
        <p:spPr>
          <a:xfrm>
            <a:off x="5732978" y="4078486"/>
            <a:ext cx="316432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E8E3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typeof null; // "object" (bug histórico do JS)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633823" y="3000494"/>
            <a:ext cx="4158853" cy="3411260"/>
          </a:xfrm>
          <a:prstGeom prst="roundRect">
            <a:avLst>
              <a:gd name="adj" fmla="val 1053"/>
            </a:avLst>
          </a:prstGeom>
          <a:solidFill>
            <a:srgbClr val="F5F0F0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3619" y="3270290"/>
            <a:ext cx="281618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Comparação solta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903619" y="3899059"/>
            <a:ext cx="3619262" cy="1124903"/>
          </a:xfrm>
          <a:prstGeom prst="roundRect">
            <a:avLst>
              <a:gd name="adj" fmla="val 3192"/>
            </a:avLst>
          </a:prstGeom>
          <a:solidFill>
            <a:srgbClr val="E8E3E3"/>
          </a:solidFill>
          <a:ln/>
        </p:spPr>
      </p:sp>
      <p:sp>
        <p:nvSpPr>
          <p:cNvPr id="16" name="Shape 14"/>
          <p:cNvSpPr/>
          <p:nvPr/>
        </p:nvSpPr>
        <p:spPr>
          <a:xfrm>
            <a:off x="9891712" y="3899059"/>
            <a:ext cx="3643074" cy="1124903"/>
          </a:xfrm>
          <a:prstGeom prst="roundRect">
            <a:avLst>
              <a:gd name="adj" fmla="val 3192"/>
            </a:avLst>
          </a:prstGeom>
          <a:solidFill>
            <a:srgbClr val="E8E3E3"/>
          </a:solidFill>
          <a:ln/>
        </p:spPr>
      </p:sp>
      <p:sp>
        <p:nvSpPr>
          <p:cNvPr id="17" name="Text 15"/>
          <p:cNvSpPr/>
          <p:nvPr/>
        </p:nvSpPr>
        <p:spPr>
          <a:xfrm>
            <a:off x="10131028" y="4078486"/>
            <a:ext cx="31644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E8E3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"5" == 5 // true"5" === 5 // false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0542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Caso de Uso Real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497" y="3595628"/>
            <a:ext cx="358973" cy="358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5559" y="35881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Formulários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15559" y="4083725"/>
            <a:ext cx="5549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valores sempre chegam como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string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4516" y="3595628"/>
            <a:ext cx="358973" cy="358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42578" y="35881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42578" y="4083725"/>
            <a:ext cx="555009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conversão de tipos é obrigatória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497" y="4952940"/>
            <a:ext cx="358973" cy="358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5559" y="49454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LocalStorage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15559" y="5441037"/>
            <a:ext cx="5549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tudo é string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54516" y="4952940"/>
            <a:ext cx="358973" cy="3589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42578" y="4945499"/>
            <a:ext cx="428339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Integração com bancos de dados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242578" y="5441037"/>
            <a:ext cx="555009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precisa validar tipos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1671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Mini Desafio  (1 min)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37970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Pergunte à turma: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031927"/>
            <a:ext cx="12954952" cy="1890951"/>
          </a:xfrm>
          <a:prstGeom prst="roundRect">
            <a:avLst>
              <a:gd name="adj" fmla="val 1899"/>
            </a:avLst>
          </a:prstGeom>
          <a:solidFill>
            <a:srgbClr val="E8E3E3"/>
          </a:solidFill>
          <a:ln/>
        </p:spPr>
      </p:sp>
      <p:sp>
        <p:nvSpPr>
          <p:cNvPr id="5" name="Shape 3"/>
          <p:cNvSpPr/>
          <p:nvPr/>
        </p:nvSpPr>
        <p:spPr>
          <a:xfrm>
            <a:off x="825818" y="3031927"/>
            <a:ext cx="12978765" cy="1890951"/>
          </a:xfrm>
          <a:prstGeom prst="roundRect">
            <a:avLst>
              <a:gd name="adj" fmla="val 1899"/>
            </a:avLst>
          </a:prstGeom>
          <a:solidFill>
            <a:srgbClr val="E8E3E3"/>
          </a:solidFill>
          <a:ln/>
        </p:spPr>
      </p:sp>
      <p:sp>
        <p:nvSpPr>
          <p:cNvPr id="6" name="Text 4"/>
          <p:cNvSpPr/>
          <p:nvPr/>
        </p:nvSpPr>
        <p:spPr>
          <a:xfrm>
            <a:off x="1065133" y="3211354"/>
            <a:ext cx="1250013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E8E3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 n = 5;n = n + "5";console.log(n); // ?console.log(typeof n); // ?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281851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Resposta: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837724" y="606313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 = "55"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652986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typeof n = "string"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2249"/>
            <a:ext cx="4787503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Apresentação da PoC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37724" y="1857494"/>
            <a:ext cx="12954952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Script que mostra o tipo de qualquer valor: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2411849"/>
            <a:ext cx="4182666" cy="1519595"/>
          </a:xfrm>
          <a:prstGeom prst="roundRect">
            <a:avLst>
              <a:gd name="adj" fmla="val 2008"/>
            </a:avLst>
          </a:prstGeom>
          <a:solidFill>
            <a:srgbClr val="F3E7D4"/>
          </a:solidFill>
          <a:ln/>
        </p:spPr>
      </p:sp>
      <p:sp>
        <p:nvSpPr>
          <p:cNvPr id="5" name="Shape 3"/>
          <p:cNvSpPr/>
          <p:nvPr/>
        </p:nvSpPr>
        <p:spPr>
          <a:xfrm>
            <a:off x="1041083" y="2615208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F5F0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8842" y="2782967"/>
            <a:ext cx="274677" cy="2746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1083" y="3428881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Número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23748" y="2411849"/>
            <a:ext cx="4182785" cy="1519595"/>
          </a:xfrm>
          <a:prstGeom prst="roundRect">
            <a:avLst>
              <a:gd name="adj" fmla="val 2008"/>
            </a:avLst>
          </a:prstGeom>
          <a:solidFill>
            <a:srgbClr val="F3E7D4"/>
          </a:solidFill>
          <a:ln/>
        </p:spPr>
      </p:sp>
      <p:sp>
        <p:nvSpPr>
          <p:cNvPr id="9" name="Shape 6"/>
          <p:cNvSpPr/>
          <p:nvPr/>
        </p:nvSpPr>
        <p:spPr>
          <a:xfrm>
            <a:off x="5427107" y="2615208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F5F0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4866" y="2782967"/>
            <a:ext cx="274677" cy="2746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7107" y="3428881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Texto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9609892" y="2411849"/>
            <a:ext cx="4182785" cy="1519595"/>
          </a:xfrm>
          <a:prstGeom prst="roundRect">
            <a:avLst>
              <a:gd name="adj" fmla="val 2008"/>
            </a:avLst>
          </a:prstGeom>
          <a:solidFill>
            <a:srgbClr val="F3E7D4"/>
          </a:solidFill>
          <a:ln/>
        </p:spPr>
      </p:sp>
      <p:sp>
        <p:nvSpPr>
          <p:cNvPr id="13" name="Shape 9"/>
          <p:cNvSpPr/>
          <p:nvPr/>
        </p:nvSpPr>
        <p:spPr>
          <a:xfrm>
            <a:off x="9813250" y="2615208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F5F0F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1009" y="2782967"/>
            <a:ext cx="274677" cy="27467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13250" y="3428881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Boolean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837724" y="4134803"/>
            <a:ext cx="4182666" cy="1519595"/>
          </a:xfrm>
          <a:prstGeom prst="roundRect">
            <a:avLst>
              <a:gd name="adj" fmla="val 2008"/>
            </a:avLst>
          </a:prstGeom>
          <a:solidFill>
            <a:srgbClr val="F3E7D4"/>
          </a:solidFill>
          <a:ln/>
        </p:spPr>
      </p:sp>
      <p:sp>
        <p:nvSpPr>
          <p:cNvPr id="17" name="Shape 12"/>
          <p:cNvSpPr/>
          <p:nvPr/>
        </p:nvSpPr>
        <p:spPr>
          <a:xfrm>
            <a:off x="1041083" y="4338161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F5F0F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8842" y="4505920"/>
            <a:ext cx="274677" cy="27467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41083" y="5151834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Array</a:t>
            </a:r>
            <a:endParaRPr lang="en-US" sz="1850" dirty="0"/>
          </a:p>
        </p:txBody>
      </p:sp>
      <p:sp>
        <p:nvSpPr>
          <p:cNvPr id="20" name="Shape 14"/>
          <p:cNvSpPr/>
          <p:nvPr/>
        </p:nvSpPr>
        <p:spPr>
          <a:xfrm>
            <a:off x="5223748" y="4134803"/>
            <a:ext cx="4182785" cy="1519595"/>
          </a:xfrm>
          <a:prstGeom prst="roundRect">
            <a:avLst>
              <a:gd name="adj" fmla="val 2008"/>
            </a:avLst>
          </a:prstGeom>
          <a:solidFill>
            <a:srgbClr val="F3E7D4"/>
          </a:solidFill>
          <a:ln/>
        </p:spPr>
      </p:sp>
      <p:sp>
        <p:nvSpPr>
          <p:cNvPr id="21" name="Shape 15"/>
          <p:cNvSpPr/>
          <p:nvPr/>
        </p:nvSpPr>
        <p:spPr>
          <a:xfrm>
            <a:off x="5427107" y="4338161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F5F0F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94866" y="4505920"/>
            <a:ext cx="274677" cy="27467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27107" y="5151834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Objeto</a:t>
            </a:r>
            <a:endParaRPr lang="en-US" sz="1850" dirty="0"/>
          </a:p>
        </p:txBody>
      </p:sp>
      <p:sp>
        <p:nvSpPr>
          <p:cNvPr id="24" name="Shape 17"/>
          <p:cNvSpPr/>
          <p:nvPr/>
        </p:nvSpPr>
        <p:spPr>
          <a:xfrm>
            <a:off x="9609892" y="4134803"/>
            <a:ext cx="4182785" cy="1519595"/>
          </a:xfrm>
          <a:prstGeom prst="roundRect">
            <a:avLst>
              <a:gd name="adj" fmla="val 2008"/>
            </a:avLst>
          </a:prstGeom>
          <a:solidFill>
            <a:srgbClr val="F3E7D4"/>
          </a:solidFill>
          <a:ln/>
        </p:spPr>
      </p:sp>
      <p:sp>
        <p:nvSpPr>
          <p:cNvPr id="25" name="Shape 18"/>
          <p:cNvSpPr/>
          <p:nvPr/>
        </p:nvSpPr>
        <p:spPr>
          <a:xfrm>
            <a:off x="9813250" y="4338161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F5F0F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81009" y="4505920"/>
            <a:ext cx="274677" cy="27467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813250" y="5151834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Função</a:t>
            </a:r>
            <a:endParaRPr lang="en-US" sz="1850" dirty="0"/>
          </a:p>
        </p:txBody>
      </p:sp>
      <p:sp>
        <p:nvSpPr>
          <p:cNvPr id="28" name="Shape 20"/>
          <p:cNvSpPr/>
          <p:nvPr/>
        </p:nvSpPr>
        <p:spPr>
          <a:xfrm>
            <a:off x="837724" y="5857756"/>
            <a:ext cx="12954952" cy="1519595"/>
          </a:xfrm>
          <a:prstGeom prst="roundRect">
            <a:avLst>
              <a:gd name="adj" fmla="val 2008"/>
            </a:avLst>
          </a:prstGeom>
          <a:solidFill>
            <a:srgbClr val="F3E7D4"/>
          </a:solidFill>
          <a:ln/>
        </p:spPr>
      </p:sp>
      <p:sp>
        <p:nvSpPr>
          <p:cNvPr id="29" name="Shape 21"/>
          <p:cNvSpPr/>
          <p:nvPr/>
        </p:nvSpPr>
        <p:spPr>
          <a:xfrm>
            <a:off x="1041083" y="6061115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E2E6E9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8842" y="6228874"/>
            <a:ext cx="274677" cy="27467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41083" y="6874788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Null / Undefined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2025-11-26T12:02:56Z</dcterms:created>
  <dcterms:modified xsi:type="dcterms:W3CDTF">2025-11-26T12:02:56Z</dcterms:modified>
</cp:coreProperties>
</file>